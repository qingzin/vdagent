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3f26a34d840ea" /><Relationship Type="http://schemas.openxmlformats.org/officeDocument/2006/relationships/extended-properties" Target="/docProps/app.xml" Id="R13f16db171374376" /><Relationship Type="http://schemas.openxmlformats.org/officeDocument/2006/relationships/officeDocument" Target="/ppt/presentation.xml" Id="R23b68918d8dd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cab7d545214680"/>
  </p:sldMasterIdLst>
  <p:notesMasterIdLst>
    <p:notesMasterId xmlns:r="http://schemas.openxmlformats.org/officeDocument/2006/relationships" r:id="R7c37053171b94b09"/>
  </p:notesMasterIdLst>
  <p:sldIdLst>
    <p:sldId xmlns:r="http://schemas.openxmlformats.org/officeDocument/2006/relationships" id="256" r:id="R44323e9524bf4e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ab7d545214680" /><Relationship Type="http://schemas.openxmlformats.org/officeDocument/2006/relationships/theme" Target="/ppt/theme/theme1.xml" Id="R029abaaf56e14811" /><Relationship Type="http://schemas.openxmlformats.org/officeDocument/2006/relationships/notesMaster" Target="/ppt/notesMasters/notesMaster1.xml" Id="R7c37053171b94b09" /><Relationship Type="http://schemas.openxmlformats.org/officeDocument/2006/relationships/presProps" Target="/ppt/presProps.xml" Id="R22fd662d81bc4ac3" /><Relationship Type="http://schemas.openxmlformats.org/officeDocument/2006/relationships/viewProps" Target="/ppt/viewProps.xml" Id="Raa530f88b8024842" /><Relationship Type="http://schemas.openxmlformats.org/officeDocument/2006/relationships/tableStyles" Target="/ppt/tableStyles.xml" Id="Rd2fdb6cc46a54fcb" /><Relationship Type="http://schemas.openxmlformats.org/officeDocument/2006/relationships/slide" Target="/ppt/slides/slide1.xml" Id="R44323e9524bf4e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9f7d0d6935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eaa6f1b7c4348" /><Relationship Type="http://schemas.openxmlformats.org/officeDocument/2006/relationships/notesMaster" Target="/ppt/notesMasters/notesMaster1.xml" Id="R0e60f6368d4749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agent_stage_and_future_plan.md：本页用于项目管理式说明当前阶段和未来规划，避免展开技术细节。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c2d62ae1e45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EBF0AAD-D6F6-43E2-8EE1-DCD2B1D6B25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05E011-A9EF-4FE8-8EAC-45DA667B69A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05F7B5-B4E0-4763-9FF6-F72E3302E5D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D66D62-9313-4986-BFC2-634AD57610D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A1F3C1-C9D3-4336-AC79-352D31C3DDF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8b59736f93b432e" /><Relationship Type="http://schemas.openxmlformats.org/officeDocument/2006/relationships/slideLayout" Target="/ppt/slideLayouts/slideLayout2.xml" Id="R54f95c55b8cd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FE043-8D32-4C75-B488-24EE79718D0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95c55b8cd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0276fd5e742f4" /><Relationship Type="http://schemas.openxmlformats.org/officeDocument/2006/relationships/notesSlide" Target="/ppt/notesSlides/notesSlide1.xml" Id="R5c4c613ac61045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A1F3C1-C9D3-4336-AC79-352D31C3DD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93BDB-60E0-4098-849D-3502DE19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-1143000"/>
            <a:ext cx="40005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4911D-E053-4FB7-9FBA-1F038865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4A353-A309-4A17-884A-68DE1D24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692E8-BFBA-4F0F-8A37-5F2BC5B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vdAgent 智能体项目阶段判断与未来规划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D98FD-48B3-4D10-AB95-249DE1F6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C36AF-EF0B-4F24-AA2D-E3A26D3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当前阶段：GUI Agent 原型验证完成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A9787-32D8-4D51-B23F-B614B0D0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浅色汇报版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41F26-B14A-4CE7-8EAD-1199B41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从“挂载式 GUI 操作助手”升级为“可持续进化的驾驶仿真智能体平台”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0675D-02F4-4B2D-A482-4718DEFF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</a:defRPr>
            </a:pPr>
            <a:r>
              <a:rPr sz="938" b="0">
                <a:solidFill>
                  <a:srgbClr val="344054"/>
                </a:solidFill>
              </a:rPr>
              <a:t>核心判断：当前能力已可演示，但长期价值在于把仿真控制、数据分析、参数存档、报告生成、语音和可视化沉淀为 skills / services / workflows / memory。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ABE0D-D081-4F1D-A0DA-4AD2598B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4003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0418C-782D-4728-9319-626A053A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25754-6094-4E8D-A0BA-6951309B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C721E-B820-412B-B900-DC5BE98B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01 当前阶段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03238-5BFC-4AC6-B084-A847B9DC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038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MVP 已可用：Agent 已挂载 GUI，能够通过自然语言触发页面 action，并具备基础确认机制。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主要瓶颈：能力仍依赖 GUI 控件，多步任务和经验沉淀不足。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02FCF-713D-4A0E-AD30-779B33E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943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5122A-4359-4FE3-A0C7-B2B36FEA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阶段结论：从验证可用转向架构升级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1DFB1-A661-42E0-83C5-DC68E630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14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02 未来目标框架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22184-74F0-43F4-9556-0EFD345E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E2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8141F-920B-4601-AAA5-E1ABA902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47854-3A0F-4537-B6D3-3AC627FF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955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多模态入口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A7945-DC5F-4CB9-93A7-1259D84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527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聊天 / 语音</a:t>
            </a:r>
          </a:p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快捷按钮 / 自动任务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020AC-FFE0-4EFA-BA9F-22D158F6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860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4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77016-9DF2-4F16-9BC4-67A3761A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485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E2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BD7B5-FEE7-4B68-98AD-8176E209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26620-57E7-49E1-884C-B636868A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955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自主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07B44-03D1-4886-BF65-9B82B24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目标理解</a:t>
            </a:r>
          </a:p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任务规划 / 结果检查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54956-33C8-4068-938F-F13D303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4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2E0AE-E395-4A00-A8B9-71682687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1485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E2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60B04-28FA-483A-92D4-CC8AFBEF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ACCEF-C354-4421-BCE8-53F47E6D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工具网关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687AB-62F6-4891-97BE-2C393E22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风险分级</a:t>
            </a:r>
          </a:p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权限 / 审计 / 校验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E2516F-D29E-4C92-83B2-9D5DBE0B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E2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085C0F-E53A-4A3F-9596-53625B1F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D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2F95F4-922E-4629-B62B-D6F68D5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6237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Skills / Workflows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8F11FA-156C-4EBF-9253-377DA989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195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沉淀常用试验流程</a:t>
            </a:r>
          </a:p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支持多步自主执行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C2BC6C-06C1-464B-B6F4-E49849EF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E2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56A7D4-876E-4997-9597-8FFFD4B4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7C95B4-7B9B-47F1-9FDC-32A1626E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6237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业务服务层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3D1B28-A280-409C-B21E-06A9139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仿真 / 记录 / 分析</a:t>
            </a:r>
          </a:p>
          <a:p xmlns:a="http://schemas.openxmlformats.org/drawingml/2006/main">
            <a:pPr algn="ctr">
              <a:defRPr sz="713" b="0">
                <a:solidFill>
                  <a:srgbClr val="344054"/>
                </a:solidFill>
              </a:defRPr>
            </a:pPr>
            <a:r>
              <a:rPr sz="713" b="0">
                <a:solidFill>
                  <a:srgbClr val="344054"/>
                </a:solidFill>
              </a:rPr>
              <a:t>参数 / 报告 / 可视化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EF8084-EBAD-4F92-BE94-F670A6B4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81450"/>
            <a:ext cx="3429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4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6D38EE-56D4-4860-8C9D-C2ADCAFE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9D6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4EC47E-7509-448B-8ABA-7D94E77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91075"/>
            <a:ext cx="2800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5CD3"/>
                </a:solidFill>
              </a:defRPr>
            </a:pPr>
            <a:r>
              <a:rPr sz="750" b="1">
                <a:solidFill>
                  <a:srgbClr val="175CD3"/>
                </a:solidFill>
              </a:rPr>
              <a:t>自进化闭环：轨迹收集 → 离线评测 → 人工审核 → 发布下一版本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FB1707-92E6-4584-9D4F-61750B1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03 未来能力封装方向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1EC8A4-C1AB-448D-9FC4-495BA570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1460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A5C756-415F-4E61-A44C-01527EAB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5008D7-F8F6-4C89-8E7C-63FF7990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快速切换 / 自主操作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414A87-033A-49AB-B958-10EBA714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</a:defRPr>
            </a:pPr>
            <a:r>
              <a:rPr sz="713" b="0">
                <a:solidFill>
                  <a:srgbClr val="667085"/>
                </a:solidFill>
              </a:rPr>
              <a:t>常用实验流程 skill 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089C47-9890-4B51-A932-560BA911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E55FB5-DF01-4FE4-9F75-6664EDB0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86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0C536B-8446-4278-9E6C-F845602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385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离线数据读取与分析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106807-C588-4939-8E77-FB263E12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</a:defRPr>
            </a:pPr>
            <a:r>
              <a:rPr sz="713" b="0">
                <a:solidFill>
                  <a:srgbClr val="667085"/>
                </a:solidFill>
              </a:rPr>
              <a:t>自动识别、对齐、总结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FF28B9-EC1B-479A-A461-2127837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7190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CC4B83-1436-42AD-8039-0B9C4FA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D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2D101D-057A-4A2D-95D2-62BA5C52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671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参数读取记录存档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7A2C09-58A0-484C-BE7A-7041F59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767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</a:defRPr>
            </a:pPr>
            <a:r>
              <a:rPr sz="713" b="0">
                <a:solidFill>
                  <a:srgbClr val="667085"/>
                </a:solidFill>
              </a:rPr>
              <a:t>快照、差异、追溯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EDAC4E-2E39-43BC-8E2F-0643DAC2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005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3ADB84-B1E8-4822-9FF5-83073BD0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A8B084-981D-46B8-9CBB-FFF9C6CB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958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评价录入与报告生成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2A7477-1945-4182-B42F-14EAC1D0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053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</a:defRPr>
            </a:pPr>
            <a:r>
              <a:rPr sz="713" b="0">
                <a:solidFill>
                  <a:srgbClr val="667085"/>
                </a:solidFill>
              </a:rPr>
              <a:t>表格、图表、结论自动化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1743F6-1F5C-4C13-9E6F-15193C33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2920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AB50EF-6ED0-4377-A61E-B63F5E75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72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B6551B-02C8-4F1A-872D-E99D32F2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244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语音交互与可视化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36E08D-9181-4431-874C-2B7C127C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34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</a:defRPr>
            </a:pPr>
            <a:r>
              <a:rPr sz="713" b="0">
                <a:solidFill>
                  <a:srgbClr val="667085"/>
                </a:solidFill>
              </a:rPr>
              <a:t>现场免手操作和看板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8E8878-7412-4EDF-A77F-C17CFE2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578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8A8725-ABDA-4B25-8AA9-3B8F370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00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24275D-515C-4D26-A8F7-4A30F7A9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531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持续进化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16BA17-43D0-4810-A712-6AD6AED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626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</a:defRPr>
            </a:pPr>
            <a:r>
              <a:rPr sz="713" b="0">
                <a:solidFill>
                  <a:srgbClr val="667085"/>
                </a:solidFill>
              </a:rPr>
              <a:t>从使用轨迹优化 skills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109575-E87C-49E7-A4F8-8FEA5498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8229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2EAF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14F0EB-2F7B-47A5-B866-1BBC5BF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04 推荐演进路线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EFD3B3-9BE1-4560-A01F-C404625D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007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819A21-4AB7-4620-85BB-12215FE1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92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2A06E6-B429-4D8B-AF51-A554F866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</a:rPr>
              <a:t>现在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D22C2F-CE94-4FE3-829B-8872C00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3817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工具梳理</a:t>
            </a:r>
          </a:p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阶段规划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6A4E6C-22BA-4CE8-B500-DD609C55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2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6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F6112C-A319-46D5-8ABA-3C471697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72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近期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5E7931-AA7B-4A45-A8CE-7FE4218E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817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工具分级</a:t>
            </a:r>
          </a:p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服务抽取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7B87E4-82AF-42F1-A63B-E0B9F9C0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92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D8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D1B6BC3-F023-4887-B238-57D7A756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72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中期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6593A6-A472-4A07-A9A6-992772E3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3817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Skills</a:t>
            </a:r>
          </a:p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报告自动化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8AD977-A125-4002-B579-119F57C1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2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C7083E-5EC2-46CA-9646-97E5C8F8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172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增强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394506-0EC4-4256-BD45-B6F55110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3817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语音入口</a:t>
            </a:r>
          </a:p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可视化看板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6DB2053-3844-49E4-A81A-9A0E603F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2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96B9494-830F-459A-A0F9-EC9092F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172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远期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80801B-7C5B-4366-AB8C-6ED90C9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3817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评测闭环</a:t>
            </a:r>
          </a:p>
          <a:p xmlns:a="http://schemas.openxmlformats.org/drawingml/2006/main">
            <a:pPr algn="ctr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安全自进化</a:t>
            </a:r>
          </a:p>
        </p:txBody>
      </p:sp>
    </p:spTree>
    <p:extLst>
      <p:ext uri="{BB962C8B-B14F-4D97-AF65-F5344CB8AC3E}">
        <p14:creationId xmlns:p14="http://schemas.microsoft.com/office/powerpoint/2010/main" val="1689886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2026-04-21T03:22:02.6750000Z</dcterms:created>
  <dcterms:modified xsi:type="dcterms:W3CDTF">2026-04-21T03:22:02.6750000Z</dcterms:modified>
</coreProperties>
</file>